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828AA-92BC-32E5-9AE1-76644EA0B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778770-24DF-35AC-2B27-6D283BE50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955484-9CD7-B93E-A58A-86038CDA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8067AE-6FD4-B8F9-8E98-CFE305D48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BBAA9D-63B7-6889-1516-201E85E6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92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1F5B7C-80D1-E5F8-19C5-5AA3E426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E227A-CC43-4419-B9AF-5BF9B091B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27EB4A-6C9F-9C95-990B-C38BBC6D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7F08AC-58B4-4DAE-19B5-88AFCC4AD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B386D1-2ABA-CB5C-4FA1-8B20DDC7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291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B12CF-DD7D-AB64-37B2-A924ADDF6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10BF63-5738-FD82-BA20-CA563EB0B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BF2841-2B5F-7FDB-FC54-ADADFC9E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8D5112-3756-673B-1C95-31F1234D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658DF9-67C2-4AEA-BF8D-FC63F5AD0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10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E4DFF-CB0D-AEDB-D0E2-0F2F44712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8B847-B3D2-6F7B-2F39-FC3BEFD16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378E7C-163C-8EF3-DEB3-AF4E3D54A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12076A-BDB6-0A51-71C4-3605AB53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8BD921-6D97-7BDD-CCEB-903F9BEB6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9FE85C-A18D-7D9C-986A-9C0C4729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98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DCCF0-7892-05F6-6716-A534071EB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F3481A-892E-D9A7-1E8B-594721D3F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2620F2-91AD-CC69-ECA2-C34EA3110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274E900-6141-F14D-5B6E-627E16034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4B56C1-BBBD-FE07-075F-DEBFFA49E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786E06-640D-CD10-C36D-27AFA7E8A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1CA083-5169-E698-8C43-3707C07F4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16EC9-4388-FD1B-310D-A484FE425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464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B0B7C-9BC8-8D77-D9EA-541149847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070B55-E31E-0F30-3B08-20AA1445E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01812D-C81B-5651-BFDD-92A6F4545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9B4202-B1CD-5BC3-046C-BD58C4B7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929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E0F466-1DC1-FDC2-5997-0508E210B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593E7E-80EF-FE94-77D1-BA6689B6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23614A-2FA1-45BE-9129-E846077A6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7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2C63B-D07C-7FA1-A9E8-F1B1D6AE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E540ED-564C-040A-B341-260747511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4DBC0F-3454-665C-45AB-2572851F5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5C867F-3B03-0F20-A76A-523138B3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914B5A-62B7-93CB-30FC-D2B58C71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FA902D-5160-C811-5D90-326D65BD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225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3EDA9-8122-D837-66D0-DC50F05CB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9A16F0-4AEE-5669-5D1B-D61546B2D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826C36-695E-7A2A-52C7-1476D6BA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804AA5-8B2A-67E9-9C18-8F0A01701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841443-EE4B-C995-3A83-67C6DF71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D22767-3235-9803-706F-6533EFB2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892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1FDBA-8A66-9016-1202-B6C73989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B3A192-9E01-9D48-F89A-9B2D13CCB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6FE1D6-0CC4-4047-04B8-87E2A8476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77698D-0D00-C3D9-FA57-CAA89D573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1B61A2-FCBD-0F62-AFFD-0390050A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314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FF4FFA-4387-7C23-921B-218C1308F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47107D-2944-52D5-2257-EE764E14D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21CE11-CE97-1262-5768-66E44A07A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0A72BB-754C-C5B5-445B-705F38920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8ECA38-F5CC-F403-58B8-1C55E39E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52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B847FA-E30F-75F4-291A-12663F52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F29AF5-740F-5B66-9679-92E35A510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18B22F-E2EF-7AFA-1EFF-2D0024D5C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4A807-AF46-440E-A6AB-DB61E376DD2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1B7FBF-6C19-245A-15EC-BE6A583B5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0FB655-484D-7400-6DE0-4F764A93E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52B68-A0AC-4BDB-B7D2-DA887799E1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97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67E31-7BD4-B603-CE34-7D4185CAE8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2773CE-B8C9-E7DA-69AB-F3F5A34F95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ADEB5A-1251-BCF4-80FA-C8A23B43D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7FB8947-CD21-45FE-6AAD-97C70EF274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053" y="778759"/>
            <a:ext cx="7037894" cy="530048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0F78EB4-FC25-81A0-C789-A06747CB4025}"/>
              </a:ext>
            </a:extLst>
          </p:cNvPr>
          <p:cNvSpPr txBox="1"/>
          <p:nvPr/>
        </p:nvSpPr>
        <p:spPr>
          <a:xfrm>
            <a:off x="2668306" y="1947211"/>
            <a:ext cx="246380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500" b="1" dirty="0">
                <a:solidFill>
                  <a:schemeClr val="bg1"/>
                </a:solidFill>
              </a:rPr>
              <a:t> NEXT</a:t>
            </a:r>
          </a:p>
          <a:p>
            <a:endParaRPr lang="en-US" altLang="zh-CN" sz="3500" b="1" dirty="0">
              <a:solidFill>
                <a:schemeClr val="bg1"/>
              </a:solidFill>
            </a:endParaRPr>
          </a:p>
          <a:p>
            <a:r>
              <a:rPr lang="en-US" altLang="zh-CN" sz="3500" b="1" dirty="0">
                <a:solidFill>
                  <a:schemeClr val="bg1"/>
                </a:solidFill>
              </a:rPr>
              <a:t> </a:t>
            </a:r>
          </a:p>
          <a:p>
            <a:endParaRPr lang="en-US" altLang="zh-CN" sz="3500" b="1" dirty="0">
              <a:solidFill>
                <a:schemeClr val="bg1"/>
              </a:solidFill>
            </a:endParaRPr>
          </a:p>
          <a:p>
            <a:r>
              <a:rPr lang="en-US" altLang="zh-CN" sz="3500" b="1" dirty="0">
                <a:solidFill>
                  <a:schemeClr val="bg1"/>
                </a:solidFill>
              </a:rPr>
              <a:t>SCORE</a:t>
            </a:r>
            <a:endParaRPr lang="zh-CN" altLang="en-US" sz="3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248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程 王</dc:creator>
  <cp:lastModifiedBy>程 王</cp:lastModifiedBy>
  <cp:revision>4</cp:revision>
  <dcterms:created xsi:type="dcterms:W3CDTF">2025-12-13T03:26:38Z</dcterms:created>
  <dcterms:modified xsi:type="dcterms:W3CDTF">2025-12-22T11:57:31Z</dcterms:modified>
</cp:coreProperties>
</file>